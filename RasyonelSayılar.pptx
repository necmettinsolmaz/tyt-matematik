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DF5A9-6C17-4755-9BD9-44C1779BD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D648E-BC09-44E9-89A3-6FC83F768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9678-B7BF-4D4A-B871-DA1698E0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4B152-2516-4714-AC4F-756E221E9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25C3A-225E-41E3-8BCE-E213C8D0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971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AE00D-55AF-443E-84D9-1A3535DB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C1AEA-83D5-4A87-B0D4-81B6349FA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448FD-30F6-47C3-BFF9-AAC2F387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19601-D576-423C-938C-393C0542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EA93F-C99D-4179-B521-E389E4CC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612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7E9D6-4AF7-44C2-824B-D67AB6FAE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379E5-336E-4634-AB5A-347914166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00CF7-3398-4D23-A577-A13467129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49590-ED2B-43DF-B9DA-085BB8D4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CF909-B961-4FB4-8587-C75F093D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302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D3CF-2BBF-4549-A581-CF8D0985A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69804-DFE8-46A5-A16A-E41F2A1E0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36A1D-F7D8-4776-8E77-7CD0175C4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368C3-99B7-46E0-98FE-5EFDE36F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A64DF-D106-464F-BFD6-0B892DB4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A2CA-A49E-4F8F-957E-58BA49C2E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6035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1FA6-08D9-4FA5-A568-A7448608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3F516-E28A-4383-90AC-0CB889E6F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FAAE4-272F-4DC4-B54F-6A96BA57B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686BA3-BCE9-4C78-A39C-8BE7D7536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FB973-E7E2-4DD5-8545-A29DDBD01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79433-3A02-4BD5-B763-BDDB17A4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70F09-5E4A-4ADB-910A-0E4FB414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491A54-ACE7-4CC8-B987-4136393D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0122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6317-BAED-45F6-B307-FDEBF6CD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69221-44CF-49D3-9969-14B9506A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8623E-8917-4AFD-8B03-4D900C2B1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F1D99-9458-4B5E-BABC-D3873F564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065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D3E754-34FD-45FE-80D6-4A808C49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4663AE-7939-489D-9A3F-A4786EDF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B69AC-2514-480A-8B4A-D0AFA4FF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972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5D9F-B5F3-4D4B-9CB2-444BB854D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4894-47FF-4A80-AFA5-33C2DAEA3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C5D68-FE2D-4DEE-93DC-658BF2C48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53837-E0FC-4AD4-A2EB-D63E0336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B8D3A-6E4B-4E08-B4B7-CDB50658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26206-EED6-451F-95AA-3ED0243D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660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66AA-F7A3-4C73-8211-1A41A8FC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797EB3-B0DF-42A6-A775-26178BEAFC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78CD9-C040-40BD-8D5D-562496F43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D3E8B-684A-4A67-98B2-B7CEF296B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1C8B5-2E00-42F6-B05F-DA4E385B5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2A0C7-5B1B-4E57-9E13-A90F870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0946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85E0-3E56-4F60-BB29-3574F6503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90AA7-6C3D-4A9A-A6F5-6F9FEFF70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AD438-98D4-410F-AACD-012B93F8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1191D-EFB9-4E0D-8407-2C226B02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84439-FC7A-423F-93F4-45E610AC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9395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2489D-421D-46DE-B80E-DC8757204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42097-3CD8-47A2-B032-59573B44E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0EB83-5502-4861-B9D2-ABA8EE77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9E886-CAC7-456D-9904-FBE26596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671E8-5152-4793-A206-B818A504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534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C9775-2BF9-42A8-A60A-C3D7F2DC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F3BB2-66CB-4F5F-B77B-AFE661A2E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8FF5E-C189-4A7B-BDEA-39D6A7FCB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7296D-B4E4-41D7-8122-2305BFF606F1}" type="datetimeFigureOut">
              <a:rPr lang="tr-TR" smtClean="0"/>
              <a:t>13.10.2025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EC1B2-6BCE-4930-87A7-A281659C8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45F91-0B51-4CC3-83D0-3A9F5B243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33893-355B-44C4-B9B2-C2F9FD719B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2442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76359B-7EC4-420B-BC8E-7CC7E439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71950" cy="2257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4D85E1-CE3D-4CB7-BC67-C9705E001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7425"/>
            <a:ext cx="4200525" cy="2276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C2FC7B-0041-47DB-A534-D39D8CA7F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950" y="0"/>
            <a:ext cx="4552950" cy="303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6E0B00-7DD8-40C0-AEA6-18AA8BA18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525" y="3038475"/>
            <a:ext cx="4191000" cy="2714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F29CD3-BBD5-40BA-8F34-3024C37FAA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4533899"/>
            <a:ext cx="4229101" cy="2345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D6F631-E2D8-4205-BE5B-01D17545C9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1191" y="0"/>
            <a:ext cx="2900809" cy="3038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680570-23DF-4B57-B799-56000E2CD8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4963" y="3038475"/>
            <a:ext cx="4067037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73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A51B73-9B1F-469F-A017-BE3436525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3346882" cy="34388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850F0E-64AC-4D21-A9EB-DFE402F06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8868"/>
            <a:ext cx="3695700" cy="2990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AA3D65-E782-4F7D-B778-03455CF9A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883" y="0"/>
            <a:ext cx="4229100" cy="2476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7C1480-FC65-4469-BD6D-2D0CFE76E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883" y="2514257"/>
            <a:ext cx="7381875" cy="904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977B6C-2203-4A8D-BD7C-4F4633315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3581" y="3456889"/>
            <a:ext cx="6498419" cy="3401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0C83CD-CAB1-4050-AD5B-327E02F04B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075" y="0"/>
            <a:ext cx="39719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9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Necmettin SOLMAZ</dc:creator>
  <cp:lastModifiedBy>Necmettin SOLMAZ</cp:lastModifiedBy>
  <cp:revision>3</cp:revision>
  <dcterms:created xsi:type="dcterms:W3CDTF">2025-10-13T11:42:38Z</dcterms:created>
  <dcterms:modified xsi:type="dcterms:W3CDTF">2025-10-13T11:55:05Z</dcterms:modified>
</cp:coreProperties>
</file>